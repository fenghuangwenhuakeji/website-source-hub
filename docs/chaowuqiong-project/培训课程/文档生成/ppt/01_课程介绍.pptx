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超无穹AI平台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CDC"/>
                </a:solidFill>
              </a:defRPr>
            </a:pPr>
            <a:r>
              <a:t>零基础小白培训课程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培养全栈开发工程师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CDC"/>
                </a:solidFill>
              </a:defRPr>
            </a:pPr>
            <a:r>
              <a:t>12周从入门到就业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课程概述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课程名称：超无穹AI平台全栈开发工程师培训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目标学员：零基础小白，无需任何编程经验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学习周期：12周（约3个月）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总课时：72课时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毕业水平：能够独立完成平台功能开发和部署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学习路径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第一阶段（2周）：入门篇 - 计算机基础、HTML/CSS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第二阶段（3周）：基础篇 - JavaScript、Node.js、数据库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第三阶段（3周）：进阶篇 - React、平台功能开发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第四阶段（2周）：高阶篇 - TypeScript、工程化、部署运维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第五阶段（2周）：实战篇 - 综合项目、答辩、就业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课程特色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Agent Orchestrator 智能辅助 - 多Agent协同自动分析学习进度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渐进式学习曲线 - 从简单到复杂，步步为营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实战项目驱动 - 每阶段都有实践项目，边学边做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全栈能力培养 - 前端+后端+运维，全面发展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企业级开发规范 - Git、代码规范、文档习惯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P1: 个人简历网站（HTML/CSS）⭐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P2: 待办事项应用（JavaScript）⭐⭐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P3: 用户管理系统（Node.js/MySQL）⭐⭐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P4: AI对话组件（React）⭐⭐⭐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P5-P9: 会员中心、支付功能、TS重构、Docker部署、综合项目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毕业要求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出勤率 ≥ 90%（权重10%）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作业完成：全部提交 + 及格以上（权重20%）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阶段测试：每阶段≥60分（权重20%）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实践项目：完成全部9个实践项目（权重30%）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结业答辩：评委会≥60分通过（权重20%）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