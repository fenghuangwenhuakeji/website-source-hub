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第二阶段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基础篇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JavaScript基础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第3周：JavaScript基础（上）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课时13：JavaScript概述 - 发展历史、应用场景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课时14：变量与数据类型 - let、const、数据类型转换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课时15：运算符与表达式 - 算术、比较、逻辑运算符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课时16：条件语句 - if/else、switch、三元运算符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课时17：循环结构 - for、while、do-while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课时18：函数基础 - 函数声明、调用、参数、返回值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第4周：JavaScript基础（下）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课时19：数组基础 - 创建、访问、遍历、常用方法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课时20：对象基础 - 对象创建、属性访问、this关键字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课时21：字符串处理 - 常用方法、正则表达式入门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课时22：DOM操作 - 元素选择、创建、修改、事件绑定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课时23：事件处理 - 事件类型、事件对象、事件委托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课时24：实践项目 - 实现一个待办事项应用（Todo App）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Node.js与后端基础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第5周：Node.js与后端基础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课时25：Node.js介绍 - 概念、安装、npm包管理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课时26：Express框架 - 路由、中间件、静态文件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课时27：数据库概述 - MySQL安装、数据类型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课时28：SQL基础 - CRUD操作、WHERE、ORDER BY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课时29：API设计入门 - RESTful规范、接口文档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课时30：阶段实践 - 完成用户注册登录功能（P3）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JavaScript核心技能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变量与数据类型</a:t>
            </a:r>
          </a:p>
          <a:p>
            <a:pPr>
              <a:spcBef>
                <a:spcPts val="800"/>
              </a:spcBef>
              <a:defRPr sz="1600"/>
            </a:pPr>
            <a:r>
              <a:t>• 运算符与表达式</a:t>
            </a:r>
          </a:p>
          <a:p>
            <a:pPr>
              <a:spcBef>
                <a:spcPts val="800"/>
              </a:spcBef>
              <a:defRPr sz="1600"/>
            </a:pPr>
            <a:r>
              <a:t>• 条件与循环语句</a:t>
            </a:r>
          </a:p>
          <a:p>
            <a:pPr>
              <a:spcBef>
                <a:spcPts val="800"/>
              </a:spcBef>
              <a:defRPr sz="1600"/>
            </a:pPr>
            <a:r>
              <a:t>• 函数与作用域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数组与对象操作</a:t>
            </a:r>
          </a:p>
          <a:p>
            <a:pPr>
              <a:spcBef>
                <a:spcPts val="800"/>
              </a:spcBef>
              <a:defRPr sz="1600"/>
            </a:pPr>
            <a:r>
              <a:t>• DOM操作</a:t>
            </a:r>
          </a:p>
          <a:p>
            <a:pPr>
              <a:spcBef>
                <a:spcPts val="800"/>
              </a:spcBef>
              <a:defRPr sz="1600"/>
            </a:pPr>
            <a:r>
              <a:t>• 事件处理</a:t>
            </a:r>
          </a:p>
          <a:p>
            <a:pPr>
              <a:spcBef>
                <a:spcPts val="800"/>
              </a:spcBef>
              <a:defRPr sz="1600"/>
            </a:pPr>
            <a:r>
              <a:t>• ES6+新特性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