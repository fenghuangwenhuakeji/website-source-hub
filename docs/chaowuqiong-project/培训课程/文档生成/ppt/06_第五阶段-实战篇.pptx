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第五阶段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实战篇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综合项目实战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第11周：综合项目实战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课时61：项目选题 - 团队组建、需求分析、技术选型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课时62：系统设计 - 架构设计、数据库设计、接口设计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课时63：前端开发 - 组件开发、页面构建、API对接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课时64：后端开发 - API开发、数据库实现、业务逻辑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课时65：测试与修复 - 单元测试、集成测试、Bug修复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课时66：部署上线 - 生产环境部署、域名配置、SSL证书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第12周：结业与就业指导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课时67：项目答辩 - 项目展示、问题解答、评审打分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课时68：课程总结 - 知识梳理、能力评估、成长回顾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课时69：简历制作 - 技术栈梳理、项目经验整理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课时70：面试指导 - 面试技巧、常见问题、薪资谈判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课时71：职业规划 - 技术路线、行业发展、长期规划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课时72：结业典礼 - 颁发证书、优秀表彰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毕业标准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出勤率 ≥ 90%（权重10%）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作业完成：全部提交 + 及格以上（权重20%）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阶段测试：每阶段≥60分（权重20%）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实践项目：完成全部9个实践项目（权重30%）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结业答辩：评委会≥60分通过（权重20%）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恭喜毕业！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开启全栈开发工程师之路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