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第三阶段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进阶篇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React框架入门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第6周：React框架入门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课时31：React概述 - 组件化、虚拟DOM、JSX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课时32：组件与Props - 函数组件、Props传递、类型检查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课时33：State与生命周期 - useState、useEffect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课时34：事件处理 - 事件绑定、表单处理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课时35：条件渲染与列表 - 列表渲染、key属性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课时36：Hooks深入 - 自定义Hooks、Hooks规则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超无穹平台开发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第7周：超无穹平台前端开发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课时37：项目结构分析 - 前端目录、模块划分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课时38：AI对话功能 - 对话UI、消息处理、流式响应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课时39：角色管理 - 角色创建、编辑、删除功能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课时40：会员系统前端 - 套餐展示、购买流程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课时41：移动端适配 - 响应式设计、触摸交互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课时42：实践项目 - 完成AI对话功能开发（P4）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第8周：后端API开发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课时43：项目结构分析 - 后端目录、路由划分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课时44：认证中间件 - JWT、Token验证、权限控制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课时45：LLM配置模块 - API代理、多模型切换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课时46：支付集成 - 支付宝/微信支付、回调处理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课时47：Redis缓存 - Session管理、缓存策略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/>
            </a:pPr>
            <a:r>
              <a:t>• 课时48：实践项目 - 完成对话历史API开发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