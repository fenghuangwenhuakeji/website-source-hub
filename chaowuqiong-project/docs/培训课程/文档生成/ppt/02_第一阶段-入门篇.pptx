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第一阶段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入门篇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计算机基础与开发环境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第1周：计算机基础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课时1：计算机基本操作 - 操作系统使用、文件管理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课时2：认识互联网 - URL、浏览器工作原理、网络基础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课时3：编程是什么 - 编程思维、入门概念、学习方法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课时4：开发工具介绍 - VS Code安装配置、终端使用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课时5：超无穹平台介绍 - 平台功能演示、架构概述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课时6：本周总结与答疑 - 知识点回顾、阶段测试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第2周：Web基础入门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课时7：HTML初识 - 标签、元素、属性、页面结构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课时8：CSS入门 - 选择器、盒模型、常用样式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课时9：响应式设计基础 - 媒体查询、Flexbox、栅格系统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课时10：浏览器开发者工具 - Elements、Console、网络调试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课时11：实践项目 - 综合运用HTML/CSS制作简历页面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课时12：本周总结与答疑 - CSS常见问题、布局技巧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理解计算机基本操作</a:t>
            </a:r>
          </a:p>
          <a:p>
            <a:pPr>
              <a:spcBef>
                <a:spcPts val="800"/>
              </a:spcBef>
              <a:defRPr sz="1600"/>
            </a:pPr>
            <a:r>
              <a:t>• 掌握文件管理技能</a:t>
            </a:r>
          </a:p>
          <a:p>
            <a:pPr>
              <a:spcBef>
                <a:spcPts val="800"/>
              </a:spcBef>
              <a:defRPr sz="1600"/>
            </a:pPr>
            <a:r>
              <a:t>• 熟悉浏览器使用</a:t>
            </a:r>
          </a:p>
          <a:p>
            <a:pPr>
              <a:spcBef>
                <a:spcPts val="800"/>
              </a:spcBef>
              <a:defRPr sz="1600"/>
            </a:pPr>
            <a:r>
              <a:t>• 建立编程思维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掌握开发工具配置</a:t>
            </a:r>
          </a:p>
          <a:p>
            <a:pPr>
              <a:spcBef>
                <a:spcPts val="800"/>
              </a:spcBef>
              <a:defRPr sz="1600"/>
            </a:pPr>
            <a:r>
              <a:t>• 理解互联网基础</a:t>
            </a:r>
          </a:p>
          <a:p>
            <a:pPr>
              <a:spcBef>
                <a:spcPts val="800"/>
              </a:spcBef>
              <a:defRPr sz="1600"/>
            </a:pPr>
            <a:r>
              <a:t>• 掌握HTML标签</a:t>
            </a:r>
          </a:p>
          <a:p>
            <a:pPr>
              <a:spcBef>
                <a:spcPts val="800"/>
              </a:spcBef>
              <a:defRPr sz="1600"/>
            </a:pPr>
            <a:r>
              <a:t>• 掌握CSS样式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安装开发所需软件（VS Code、Git、Chrome）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配置自己的开发环境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编写个人介绍页面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美化个人介绍页面样式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实现页面自适应布局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完成简历页面项目（P1）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