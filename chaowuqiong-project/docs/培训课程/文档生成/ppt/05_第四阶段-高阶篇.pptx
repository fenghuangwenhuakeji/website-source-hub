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第四阶段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高阶篇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TypeScript与工程化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第9周：TypeScript与工程化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课时49：TypeScript入门 - 类型系统、接口、泛型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课时50：状态管理 - Redux/Zustand、状态设计模式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课时51：前端路由 - React Router、动态路由、权限路由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课时52：构建工具 - Vite打包优化、代码分割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课时53：Git工作流 - 分支管理、代码合并、冲突解决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课时54：代码规范 - ESLint、Prettier、提交规范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部署与运维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第10周：部署与运维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课时55：服务器基础 - Linux命令、SSH连接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课时56：Nginx配置 - 反向代理、HTTPS配置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课时57：PM2进程管理 - 进程守护、日志管理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课时58：数据库运维 - 备份恢复、性能监控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课时59：Docker基础 - 容器概念、镜像构建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课时60：监控与日志 - 日志收集、异常告警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工程化技能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TypeScript类型系统</a:t>
            </a:r>
          </a:p>
          <a:p>
            <a:pPr>
              <a:spcBef>
                <a:spcPts val="800"/>
              </a:spcBef>
              <a:defRPr sz="1600"/>
            </a:pPr>
            <a:r>
              <a:t>• 状态管理模式</a:t>
            </a:r>
          </a:p>
          <a:p>
            <a:pPr>
              <a:spcBef>
                <a:spcPts val="800"/>
              </a:spcBef>
              <a:defRPr sz="1600"/>
            </a:pPr>
            <a:r>
              <a:t>• 前端路由设计</a:t>
            </a:r>
          </a:p>
          <a:p>
            <a:pPr>
              <a:spcBef>
                <a:spcPts val="800"/>
              </a:spcBef>
              <a:defRPr sz="1600"/>
            </a:pPr>
            <a:r>
              <a:t>• 性能优化技巧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构建工具配置</a:t>
            </a:r>
          </a:p>
          <a:p>
            <a:pPr>
              <a:spcBef>
                <a:spcPts val="800"/>
              </a:spcBef>
              <a:defRPr sz="1600"/>
            </a:pPr>
            <a:r>
              <a:t>• Git团队协作</a:t>
            </a:r>
          </a:p>
          <a:p>
            <a:pPr>
              <a:spcBef>
                <a:spcPts val="800"/>
              </a:spcBef>
              <a:defRPr sz="1600"/>
            </a:pPr>
            <a:r>
              <a:t>• 代码规范执行</a:t>
            </a:r>
          </a:p>
          <a:p>
            <a:pPr>
              <a:spcBef>
                <a:spcPts val="800"/>
              </a:spcBef>
              <a:defRPr sz="1600"/>
            </a:pPr>
            <a:r>
              <a:t>• 自动化测试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